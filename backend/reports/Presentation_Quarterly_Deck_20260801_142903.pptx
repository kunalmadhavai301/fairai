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Executive Presentation</a:t>
            </a:r>
          </a:p>
          <a:p>
            <a:r>
              <a:t>Generated by SurveySnap AI Engine • August 01,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&amp; Core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SurveySnap AI Enterprise Architecture Document.</a:t>
            </a:r>
          </a:p>
          <a:p>
            <a:pPr/>
            <a:r>
              <a:t>Revenue reached $100M in 2027.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AI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Optimize data normalization and continuous metric scaling for predictive stability.</a:t>
            </a:r>
          </a:p>
          <a:p>
            <a:pPr/>
            <a:r>
              <a:t>Impute missing entries to eliminate bias in downstream intelligence reports.</a:t>
            </a:r>
          </a:p>
          <a:p>
            <a:pPr/>
            <a:r>
              <a:t>Deploy automated alert monitors for real-time anomaly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