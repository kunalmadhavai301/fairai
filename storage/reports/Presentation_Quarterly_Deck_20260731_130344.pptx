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Quarterly Deck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Automated Executive Presentation</a:t>
            </a:r>
          </a:p>
          <a:p>
            <a:r>
              <a:t>Generated by SurveySnap AI Engine • July 31,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 &amp; Core Key Points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Company A Annual Intelligence Report</a:t>
            </a:r>
          </a:p>
          <a:p>
            <a:pPr/>
            <a:r>
              <a:t>Executive Summary: Revenue for Company A reached $50 million in FY2026. The key risks include supply chain delays and security vulnerabilities. Signed...</a:t>
            </a:r>
          </a:p>
          <a:p>
            <a:pPr/>
            <a:r>
              <a:t>Sensitive Information: Employee SSN 123-45-6789 and API Key sk-1234567890abcdef1234567890abcdef.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Strategic AI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Optimize data normalization and continuous metric scaling for predictive stability.</a:t>
            </a:r>
          </a:p>
          <a:p>
            <a:pPr/>
            <a:r>
              <a:t>Impute missing entries to eliminate bias in downstream intelligence reports.</a:t>
            </a:r>
          </a:p>
          <a:p>
            <a:pPr/>
            <a:r>
              <a:t>Deploy automated alert monitors for real-time anomaly detection.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